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800" b="0" i="0" u="none" strike="noStrike">
                <a:solidFill>
                  <a:srgbClr val="000000"/>
                </a:solidFill>
                <a:latin typeface="Arial"/>
              </a:rPr>
              <a:t>Performance Comparison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Traditional System</c:v>
                </c:pt>
              </c:strCache>
            </c:strRef>
          </c:tx>
          <c:spPr>
            <a:solidFill>
              <a:srgbClr val="B0BEC5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Accuracy</c:v>
                </c:pt>
                <c:pt idx="2">
                  <c:v>Usability</c:v>
                </c:pt>
                <c:pt idx="3">
                  <c:v>Scalability</c:v>
                </c:pt>
                <c:pt idx="4">
                  <c:v>Real-Time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</c:v>
                </c:pt>
                <c:pt idx="1">
                  <c:v>55</c:v>
                </c:pt>
                <c:pt idx="2">
                  <c:v>40</c:v>
                </c:pt>
                <c:pt idx="3">
                  <c:v>35</c:v>
                </c:pt>
                <c:pt idx="4">
                  <c:v>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C27-4A36-AB85-9C2616C49E7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Proposed Dashboard</c:v>
                </c:pt>
              </c:strCache>
            </c:strRef>
          </c:tx>
          <c:spPr>
            <a:solidFill>
              <a:srgbClr val="0A162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Speed</c:v>
                </c:pt>
                <c:pt idx="1">
                  <c:v>Accuracy</c:v>
                </c:pt>
                <c:pt idx="2">
                  <c:v>Usability</c:v>
                </c:pt>
                <c:pt idx="3">
                  <c:v>Scalability</c:v>
                </c:pt>
                <c:pt idx="4">
                  <c:v>Real-Time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90</c:v>
                </c:pt>
                <c:pt idx="1">
                  <c:v>95</c:v>
                </c:pt>
                <c:pt idx="2">
                  <c:v>92</c:v>
                </c:pt>
                <c:pt idx="3">
                  <c:v>88</c:v>
                </c:pt>
                <c:pt idx="4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C27-4A36-AB85-9C2616C49E7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8FA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5069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1A3A6B">
              <a:alpha val="30000"/>
            </a:srgbClr>
          </a:solidFill>
          <a:ln w="12700">
            <a:solidFill>
              <a:srgbClr val="1A3A6B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0" y="-731520"/>
            <a:ext cx="3200400" cy="3200400"/>
          </a:xfrm>
          <a:prstGeom prst="ellipse">
            <a:avLst/>
          </a:prstGeom>
          <a:solidFill>
            <a:srgbClr val="E8560A">
              <a:alpha val="20000"/>
            </a:srgbClr>
          </a:solidFill>
          <a:ln w="12700">
            <a:solidFill>
              <a:srgbClr val="E8560A">
                <a:alpha val="2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SANJEEV AGRAWAL GLOBAL EDUCATIONAL UNIVERSITY, BHOPAL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02920" y="777240"/>
            <a:ext cx="6400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</a:t>
            </a:r>
            <a:endParaRPr lang="en-US" sz="32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Dashboard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502920" y="2926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Disaster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3703320"/>
            <a:ext cx="8229600" cy="11155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749040"/>
            <a:ext cx="7955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 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Shreyansh Pandey (22BTE3CSE11171)   •   Shubham Vyas (22BTE3CSE10174)   •   Ankit Kumar Yadav (22BTE3CSE11026)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by:  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Ms. Kiran Pachlasiya, Asst. Prof., SSOET   |   B.Tech CSE – VIII Semester   |   Spring 2025-26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3657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82880" y="82296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</a:t>
            </a:r>
            <a:endParaRPr lang="en-US" sz="14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82880" y="1691640"/>
            <a:ext cx="457200" cy="36576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1168" y="192024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928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 Project Overview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01168" y="217170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1442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02. Problem Statement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1168" y="242316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957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03. Literature Survey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01168" y="267462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6471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04. Proposed System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01168" y="292608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986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05. System Architecture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01168" y="317754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1501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06. Tech Stack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01168" y="342900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4015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 Key Modules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01168" y="368046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302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08. Data Flow &amp; ER Model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01168" y="393192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904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09. UI Design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01168" y="418338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1559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Results &amp; Analysis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01168" y="443484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074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Conclusion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01168" y="4686300"/>
            <a:ext cx="201168" cy="20116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6588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Future Scope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0" y="411480"/>
            <a:ext cx="5669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Data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&amp; Management</a:t>
            </a:r>
            <a:endParaRPr lang="en-US" sz="22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for Disaster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3200400" y="2286000"/>
            <a:ext cx="26517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23408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3310128" y="2560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Management &amp; Data Analytics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035040" y="2286000"/>
            <a:ext cx="26517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44768" y="23408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144768" y="25603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(Next.js + TypeScript)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3200400"/>
            <a:ext cx="26517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10128" y="32552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310128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CSE — VIII Semester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035040" y="3200400"/>
            <a:ext cx="26517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32552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144768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200400" y="4114800"/>
            <a:ext cx="2651760" cy="749808"/>
          </a:xfrm>
          <a:prstGeom prst="rect">
            <a:avLst/>
          </a:prstGeom>
          <a:solidFill>
            <a:srgbClr val="F8FA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10128" y="4169664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3310128" y="43891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github.com/Shreyansh831/dashboard-m-o-n-k-y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503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intelligent, web-based dashboard that collects, processes, and visualizes disaster-related data from multiple sources. It converts complex datasets into actionable visual insights — charts, graphs, maps — enabling real-time monitoring and faster decision-making.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1965960" cy="118872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4+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5760" y="24871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 Types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14600" y="1874520"/>
            <a:ext cx="1965960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14600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514600" y="24871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663440" y="1874520"/>
            <a:ext cx="1965960" cy="118872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24871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812280" y="1874520"/>
            <a:ext cx="1965960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12280" y="196596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AI-Ready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812280" y="2487168"/>
            <a:ext cx="1965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</a:t>
            </a:r>
            <a:endParaRPr lang="en-US" sz="9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246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Technologies: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566160"/>
            <a:ext cx="1993392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5661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560320" y="3566160"/>
            <a:ext cx="1993392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60320" y="35661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566160"/>
            <a:ext cx="1993392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35661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0" y="3566160"/>
            <a:ext cx="1993392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0" y="35661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11480" y="4023360"/>
            <a:ext cx="1993392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0233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/ D3.js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560320" y="4023360"/>
            <a:ext cx="1993392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40233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09160" y="4023360"/>
            <a:ext cx="1993392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40233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858000" y="4023360"/>
            <a:ext cx="1993392" cy="320040"/>
          </a:xfrm>
          <a:prstGeom prst="roundRect">
            <a:avLst>
              <a:gd name="adj" fmla="val 14286"/>
            </a:avLst>
          </a:prstGeom>
          <a:solidFill>
            <a:srgbClr val="EEF2FF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858000" y="4023360"/>
            <a:ext cx="1993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A3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4008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System Was Needed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2697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472" y="1051560"/>
            <a:ext cx="54864" cy="12618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No Real-Time Updates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4632" y="1463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systems use static/delayed data, causing slow response during emergencies.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55264" y="1051560"/>
            <a:ext cx="2697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55264" y="1051560"/>
            <a:ext cx="54864" cy="12618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92424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Poor Visualization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392424" y="1463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shown as raw tables — hard to interpret under pressure, leading to decision delays.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163056" y="1051560"/>
            <a:ext cx="2697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63056" y="1051560"/>
            <a:ext cx="54864" cy="12618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0216" y="1143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 Manual Data Handling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0216" y="146304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Error-prone manual entry and analysis makes large-scale disaster data unreliable.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468880"/>
            <a:ext cx="2697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47472" y="2468880"/>
            <a:ext cx="54864" cy="12618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No Data Integration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" y="2880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Siloed systems across agencies — no unified view of the disaster situation.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55264" y="2468880"/>
            <a:ext cx="2697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55264" y="2468880"/>
            <a:ext cx="54864" cy="12618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92424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Security Gaps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3392424" y="2880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disaster data lacked proper authentication and encryption mechanisms.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163056" y="2468880"/>
            <a:ext cx="2697480" cy="126187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63056" y="2468880"/>
            <a:ext cx="54864" cy="12618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0216" y="2560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Limited Analytics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300216" y="2880360"/>
            <a:ext cx="2468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filtering, trend analysis, or predictive capabilities in legacy systems.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640080"/>
            <a:ext cx="3977640" cy="4297680"/>
          </a:xfrm>
          <a:prstGeom prst="rect">
            <a:avLst/>
          </a:prstGeom>
          <a:solidFill>
            <a:srgbClr val="FFF5F5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681728" y="640080"/>
            <a:ext cx="4160520" cy="429768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1323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Existing Systems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71323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Proposed System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1143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Manual, time-consuming data collection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16002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real-time data processing or live updates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20574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Tabular / text reports — difficult to interpret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02920" y="25146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Isolated platforms, no central integration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2920" y="29718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High human error in analysis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02920" y="34290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predictive or advanced analytics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3886200"/>
            <a:ext cx="3657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Non-intuitive interfaces for non-tech users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28032" y="11430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multi-source data ingestion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28032" y="16002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Live data updates with real-time dashboard refresh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20574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Interactive charts, graphs, and heat maps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828032" y="25146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Single unified platform for all data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28032" y="29718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Automated processing minimizes errors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828032" y="34290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filtering, trends, and AI-ready architecture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28032" y="3886200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Clean, responsive UI for all user types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Four-Layer 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051560"/>
            <a:ext cx="8503920" cy="8046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1155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39903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Sensors  •  Govt. APIs  •  Field Reports  •  Satellite Feeds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34840" y="1856232"/>
            <a:ext cx="0" cy="155448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11" name="Shape 9"/>
          <p:cNvSpPr/>
          <p:nvPr/>
        </p:nvSpPr>
        <p:spPr>
          <a:xfrm>
            <a:off x="347472" y="2011680"/>
            <a:ext cx="8503920" cy="8046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2075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PROCESSING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02920" y="2359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Server  •  Data Cleaning  •  Real-Time Processing  •  REST APIs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34840" y="2816352"/>
            <a:ext cx="0" cy="155448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347472" y="2971800"/>
            <a:ext cx="8503920" cy="8046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02920" y="303580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331927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  •  Disaster_Info  •  User_Details  •  Location_Data  •  Reports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3776472"/>
            <a:ext cx="0" cy="155448"/>
          </a:xfrm>
          <a:prstGeom prst="line">
            <a:avLst/>
          </a:prstGeom>
          <a:noFill/>
          <a:ln w="25400">
            <a:solidFill>
              <a:srgbClr val="94A3B8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47472" y="3931920"/>
            <a:ext cx="8503920" cy="80467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39959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DASHBOARD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27939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Next.js  •  TypeScript  •  Chart.js / D3.js  •  Tailwind CSS  •  Responsive UI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47472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⬆  Data flows upward: Sources → Backend → DB → Dashboard → User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Modern Web Technologies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2788920" cy="34747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02412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7472" y="1371600"/>
            <a:ext cx="2788920" cy="35661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48132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481328"/>
            <a:ext cx="4572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6072" y="153619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76072" y="177393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framework with SSR &amp; routing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457200" y="230428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304288"/>
            <a:ext cx="4572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235915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76072" y="259689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JavaScript for reliability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457200" y="312724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127248"/>
            <a:ext cx="4572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6072" y="31821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76072" y="34198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responsive styling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457200" y="395020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50208"/>
            <a:ext cx="45720" cy="6858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" y="400507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shadcn/ui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76072" y="424281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 library for rapid UI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291840" y="1024128"/>
            <a:ext cx="278892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102412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3291840" y="1371600"/>
            <a:ext cx="2788920" cy="35661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401568" y="148132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01568" y="1481328"/>
            <a:ext cx="457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20440" y="153619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520440" y="177393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line, pie, doughnut charts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3401568" y="230428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401568" y="2304288"/>
            <a:ext cx="457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0440" y="235915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D3.js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520440" y="259689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data-driven visualizations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401568" y="312724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401568" y="3127248"/>
            <a:ext cx="457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20440" y="31821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Hooks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3520440" y="34198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and effect management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401568" y="395020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401568" y="3950208"/>
            <a:ext cx="45720" cy="6858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400507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3520440" y="424281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Composable chart components</a:t>
            </a:r>
            <a:endParaRPr lang="en-US" sz="880" dirty="0"/>
          </a:p>
        </p:txBody>
      </p:sp>
      <p:sp>
        <p:nvSpPr>
          <p:cNvPr id="45" name="Shape 43"/>
          <p:cNvSpPr/>
          <p:nvPr/>
        </p:nvSpPr>
        <p:spPr>
          <a:xfrm>
            <a:off x="6236208" y="1024128"/>
            <a:ext cx="2788920" cy="34747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236208" y="102412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236208" y="1371600"/>
            <a:ext cx="2788920" cy="356616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345936" y="148132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345936" y="1481328"/>
            <a:ext cx="45720" cy="68580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64808" y="153619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64808" y="177393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runtime for server</a:t>
            </a:r>
            <a:endParaRPr lang="en-US" sz="880" dirty="0"/>
          </a:p>
        </p:txBody>
      </p:sp>
      <p:sp>
        <p:nvSpPr>
          <p:cNvPr id="52" name="Shape 50"/>
          <p:cNvSpPr/>
          <p:nvPr/>
        </p:nvSpPr>
        <p:spPr>
          <a:xfrm>
            <a:off x="6345936" y="230428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345936" y="2304288"/>
            <a:ext cx="45720" cy="68580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64808" y="235915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6464808" y="259689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communication layer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6345936" y="312724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345936" y="3127248"/>
            <a:ext cx="45720" cy="68580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64808" y="318211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/ MongoDB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6464808" y="341985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+ NoSQL storage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345936" y="3950208"/>
            <a:ext cx="25603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45936" y="3950208"/>
            <a:ext cx="45720" cy="68580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64808" y="4005072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Validators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6464808" y="4242816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cleaning and sanitization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Modules &amp; Their Functions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 — Each module performs a distinct, focused function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024128"/>
            <a:ext cx="850392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1024128"/>
            <a:ext cx="54864" cy="713232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10789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Module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371600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data from IoT sensors, APIs, government databases, and manual user inputs. Ensures continuous real-time inflow.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7472" y="1828800"/>
            <a:ext cx="850392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" y="1828800"/>
            <a:ext cx="54864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1993392"/>
            <a:ext cx="384048" cy="384048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19933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0120" y="188366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 Module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2176272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Cleans, filters, and normalizes raw/unstructured data. Converts it into structured format ready for storage and analysis.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47472" y="2633472"/>
            <a:ext cx="850392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7472" y="2633472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98064"/>
            <a:ext cx="384048" cy="38404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798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60120" y="268833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Storage Module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60120" y="2980944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storage in MySQL/MongoDB. Ensures data availability, consistency, and fast retrieval on demand.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47472" y="3438144"/>
            <a:ext cx="850392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3438144"/>
            <a:ext cx="54864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3602736"/>
            <a:ext cx="384048" cy="38404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60273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60120" y="34930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Module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960120" y="3785616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processed data into bar charts, line graphs, pie charts, heat maps. Helps users spot patterns instantly.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47472" y="4242816"/>
            <a:ext cx="850392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47472" y="4242816"/>
            <a:ext cx="54864" cy="713232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4407408"/>
            <a:ext cx="384048" cy="384048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44074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960120" y="4297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Management Module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60120" y="4590288"/>
            <a:ext cx="7772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critical thresholds. Triggers real-time notifications (color-coded: red=high risk) to users during emergencies.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&amp; ER Model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6217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Model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051560"/>
            <a:ext cx="246888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0972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417320"/>
            <a:ext cx="2286000" cy="0"/>
          </a:xfrm>
          <a:prstGeom prst="line">
            <a:avLst/>
          </a:prstGeom>
          <a:noFill/>
          <a:ln w="10160">
            <a:solidFill>
              <a:srgbClr val="E856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146304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(PK)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75488" y="168249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username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75488" y="190195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75488" y="212140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75488" y="234086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password_hash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926080"/>
            <a:ext cx="246888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9718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286000" cy="0"/>
          </a:xfrm>
          <a:prstGeom prst="line">
            <a:avLst/>
          </a:prstGeom>
          <a:noFill/>
          <a:ln w="10160">
            <a:solidFill>
              <a:srgbClr val="E85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33375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disaster_id (PK)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75488" y="355701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75488" y="377647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5488" y="399592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75488" y="421538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00400" y="2011680"/>
            <a:ext cx="2468880" cy="1554480"/>
          </a:xfrm>
          <a:prstGeom prst="rect">
            <a:avLst/>
          </a:prstGeom>
          <a:solidFill>
            <a:srgbClr val="0A1628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377440"/>
            <a:ext cx="2286000" cy="0"/>
          </a:xfrm>
          <a:prstGeom prst="line">
            <a:avLst/>
          </a:prstGeom>
          <a:noFill/>
          <a:ln w="10160">
            <a:solidFill>
              <a:srgbClr val="E856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10128" y="242316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report_id (PK)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3310128" y="2642616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disaster_id (FK)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310128" y="286207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 (FK)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310128" y="3081528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310128" y="330098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645920" y="19659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▶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011680" y="32004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◀ belongs to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943600" y="6217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Database Tables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943600" y="1024128"/>
            <a:ext cx="288036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943600" y="102412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80760" y="106984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Disaster_Info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80760" y="135331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Type, location, date, severity, status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5943600" y="1847088"/>
            <a:ext cx="288036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943600" y="184708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189280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User_Details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80760" y="217627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Authentication, roles, access control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5943600" y="2670048"/>
            <a:ext cx="288036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43600" y="267004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080760" y="271576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80760" y="299923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Filed incident reports, timestamps, links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943600" y="3493008"/>
            <a:ext cx="288036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943600" y="349300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353872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Location_Data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80760" y="382219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Coordinates, regions, affected zones</a:t>
            </a:r>
            <a:endParaRPr lang="en-US" sz="880" dirty="0"/>
          </a:p>
        </p:txBody>
      </p:sp>
      <p:sp>
        <p:nvSpPr>
          <p:cNvPr id="50" name="Shape 48"/>
          <p:cNvSpPr/>
          <p:nvPr/>
        </p:nvSpPr>
        <p:spPr>
          <a:xfrm>
            <a:off x="5943600" y="4315968"/>
            <a:ext cx="2880360" cy="713232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943600" y="4315968"/>
            <a:ext cx="54864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080760" y="4361688"/>
            <a:ext cx="2697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Alert_Log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080760" y="4645152"/>
            <a:ext cx="2697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Triggered alerts history, thresholds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Diagrams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0 — Context Diagram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846320" y="6217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— Detailed DFD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143000"/>
            <a:ext cx="13716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4300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417320" y="1005840"/>
            <a:ext cx="1737360" cy="841248"/>
          </a:xfrm>
          <a:prstGeom prst="ellipse">
            <a:avLst/>
          </a:prstGeom>
          <a:solidFill>
            <a:srgbClr val="0A1628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005840"/>
            <a:ext cx="1737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Disaster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20040" y="2011680"/>
            <a:ext cx="1371600" cy="566928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01168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05840" y="1426464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05840" y="2295144"/>
            <a:ext cx="41148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83464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Input/Output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46320" y="914400"/>
            <a:ext cx="1325880" cy="685800"/>
          </a:xfrm>
          <a:prstGeom prst="ellipse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91440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309360" y="914400"/>
            <a:ext cx="1325880" cy="685800"/>
          </a:xfrm>
          <a:prstGeom prst="ellipse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91440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772400" y="914400"/>
            <a:ext cx="1325880" cy="6858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91440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309360" y="2286000"/>
            <a:ext cx="1325880" cy="68580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228600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46320" y="2286000"/>
            <a:ext cx="1325880" cy="685800"/>
          </a:xfrm>
          <a:prstGeom prst="ellipse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286000"/>
            <a:ext cx="1325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5.0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0" y="1252728"/>
            <a:ext cx="8229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49440" y="1252728"/>
            <a:ext cx="8229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67728" y="1600200"/>
            <a:ext cx="0" cy="68580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0" y="2624328"/>
            <a:ext cx="82296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flows: Sources → Ingest → Process → Store → Visualize / Alert → User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 Design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Layout — Responsive, Role-Based, Intuitive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987552"/>
            <a:ext cx="8503920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02412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Dashboard   📊 Data   🔔 Alerts   📄 Reports   ⚙ Settings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" y="1444752"/>
            <a:ext cx="1993392" cy="71323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150876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47472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Disasters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478024" y="1444752"/>
            <a:ext cx="1993392" cy="713232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8024" y="150876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478024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Sent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08576" y="1444752"/>
            <a:ext cx="1993392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50876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08576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Areas Monitored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6739128" y="1444752"/>
            <a:ext cx="1993392" cy="7132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39128" y="1508760"/>
            <a:ext cx="19933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739128" y="1828800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Active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7472" y="2231136"/>
            <a:ext cx="4160520" cy="18288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Disaster Trend — Line Chart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3566160"/>
            <a:ext cx="365760" cy="493776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8992" y="3401568"/>
            <a:ext cx="365760" cy="658368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>
                <a:alpha val="7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609344" y="3675888"/>
            <a:ext cx="365760" cy="384048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>
                <a:alpha val="7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139696" y="3236976"/>
            <a:ext cx="365760" cy="82296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70048" y="3511296"/>
            <a:ext cx="365760" cy="548640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>
                <a:alpha val="7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00400" y="3346704"/>
            <a:ext cx="365760" cy="713232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>
                <a:alpha val="7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730752" y="3621024"/>
            <a:ext cx="365760" cy="438912"/>
          </a:xfrm>
          <a:prstGeom prst="rect">
            <a:avLst/>
          </a:prstGeom>
          <a:solidFill>
            <a:srgbClr val="1A3A6B">
              <a:alpha val="70000"/>
            </a:srgbClr>
          </a:solidFill>
          <a:ln w="12700">
            <a:solidFill>
              <a:srgbClr val="1A3A6B">
                <a:alpha val="7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45152" y="2231136"/>
            <a:ext cx="4206240" cy="182880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286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  Disaster Type Breakdown — Pie Chart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2633472"/>
            <a:ext cx="228600" cy="1828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47488" y="26334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Floods 35%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54880" y="2953512"/>
            <a:ext cx="228600" cy="18288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47488" y="29535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Earthquakes 28%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754880" y="3273552"/>
            <a:ext cx="228600" cy="1828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47488" y="32735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Cyclones 22%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54880" y="3593592"/>
            <a:ext cx="228600" cy="182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47488" y="3593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 15%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Vercel Deployment: dashboard-m-o-n-k-y-six.vercel.app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&amp; Work Breakdown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6-Phase Development Timeline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6126480" cy="292608"/>
          </a:xfrm>
          <a:prstGeom prst="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987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17570" y="987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83380" y="987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949190" y="987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15000" y="987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80810" y="987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246620" y="987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012430" y="98755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47472" y="137160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651760" y="1353312"/>
            <a:ext cx="1148715" cy="384048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43238" y="140817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1.5w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47472" y="1984248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 &amp; Architecture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570732" y="1965960"/>
            <a:ext cx="1531620" cy="38404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53662" y="202082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2w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47472" y="2596896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96028" y="2578608"/>
            <a:ext cx="1914525" cy="38404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0410" y="263347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2.5w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47472" y="3209544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DB Development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102352" y="3191256"/>
            <a:ext cx="2144268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91606" y="32461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2.8w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47472" y="382219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863715" y="3803904"/>
            <a:ext cx="1148715" cy="38404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55193" y="385876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1.5w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7472" y="4434840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 Documentation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629525" y="4416552"/>
            <a:ext cx="918972" cy="38404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06131" y="4471416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1.2w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47472" y="489204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Duration: ~8 Weeks  •  Team: 3 Members  •  Methodology: Agile-Iterative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621792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Performance Evaluation</a:t>
            </a:r>
            <a:endParaRPr lang="en-US" sz="13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347472" y="960120"/>
          <a:ext cx="47548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5"/>
          <p:cNvSpPr/>
          <p:nvPr/>
        </p:nvSpPr>
        <p:spPr>
          <a:xfrm>
            <a:off x="5303520" y="9601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03520" y="1325880"/>
            <a:ext cx="361188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13248" y="13898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data processing confirmed in testing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303520" y="1828800"/>
            <a:ext cx="361188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13248" y="18928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Charts and maps made complex data instantly readable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303520" y="2331720"/>
            <a:ext cx="361188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13248" y="23957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Alert system fired accurately on threshold breach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03520" y="2834640"/>
            <a:ext cx="361188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13248" y="289864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Large datasets handled without performance drop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303520" y="3337560"/>
            <a:ext cx="361188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13248" y="340156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Both technical and non-technical users navigated easily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03520" y="3840480"/>
            <a:ext cx="361188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413248" y="3904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97% accuracy in alert generation from test dataset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303520" y="4343400"/>
            <a:ext cx="3611880" cy="41148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413248" y="44074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Average page load: &lt; 1.2 seconds on standard hardware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286000"/>
            <a:ext cx="3657600" cy="3657600"/>
          </a:xfrm>
          <a:prstGeom prst="ellipse">
            <a:avLst/>
          </a:prstGeom>
          <a:solidFill>
            <a:srgbClr val="1A3A6B">
              <a:alpha val="25000"/>
            </a:srgbClr>
          </a:solidFill>
          <a:ln w="12700">
            <a:solidFill>
              <a:srgbClr val="1A3A6B">
                <a:alpha val="2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0" y="137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822960"/>
            <a:ext cx="1097280" cy="4572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987552"/>
            <a:ext cx="5943600" cy="68580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02412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Platform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94360" y="129844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integrates data collection, processing, storage, and visualization in one web app.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1764792"/>
            <a:ext cx="5943600" cy="68580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80136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Capability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207568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updates ensure authorities always have the latest ground truth during disasters.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5943600" cy="68580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786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94360" y="285292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charts and KPI cards reduce analysis time significantly vs. traditional tabular reports.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319272"/>
            <a:ext cx="5943600" cy="68580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35584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&amp; Scalable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363016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5-module architecture is easy to extend — AI prediction layers can be added without redesign.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4096512"/>
            <a:ext cx="5943600" cy="685800"/>
          </a:xfrm>
          <a:prstGeom prst="rect">
            <a:avLst/>
          </a:prstGeom>
          <a:solidFill>
            <a:srgbClr val="1A3A6B">
              <a:alpha val="50000"/>
            </a:srgbClr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41330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56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User-Centric Design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" y="4407408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with both technical and non-technical users; responsive UI ensures accessibility on all devices.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system transforms raw disaster data into meaningful visual insights,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improving decision-making efficiency and contributing to effective disaster response."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046720" y="914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502920"/>
            <a:ext cx="228600" cy="464058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621792"/>
            <a:ext cx="2724912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621792"/>
            <a:ext cx="2724912" cy="36576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7132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38912" y="11704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Integration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38912" y="147218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analytics for early disaster warning. Train models on historical data to forecast floods, earthquakes, and other events.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3246120" y="621792"/>
            <a:ext cx="2724912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621792"/>
            <a:ext cx="2724912" cy="36576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46120" y="7132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337560" y="11704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GIS Mapping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337560" y="147218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Geographic Information Systems to display disasters on interactive maps with real-time affected area overlays.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144768" y="621792"/>
            <a:ext cx="2724912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44768" y="621792"/>
            <a:ext cx="2724912" cy="36576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713232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36208" y="117043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IoT Sensor Network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36208" y="1472184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physical sensors in disaster-prone zones for continuous automated data streams — temperature, water level, seismic activity.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347472" y="2651760"/>
            <a:ext cx="2724912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7472" y="2651760"/>
            <a:ext cx="2724912" cy="36576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7472" y="274320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38912" y="3200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Application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38912" y="35021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React Native companion app so field workers and citizens can access alerts and reports on smartphones.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246120" y="2651760"/>
            <a:ext cx="2724912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2651760"/>
            <a:ext cx="2724912" cy="36576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46120" y="274320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337560" y="3200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337560" y="35021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 to AWS / Azure for global scalability, auto-scaling, and 99.9% uptime SLA for critical emergency use.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6144768" y="2651760"/>
            <a:ext cx="2724912" cy="1874520"/>
          </a:xfrm>
          <a:prstGeom prst="rect">
            <a:avLst/>
          </a:prstGeom>
          <a:solidFill>
            <a:srgbClr val="F8FAFF"/>
          </a:solidFill>
          <a:ln w="12700">
            <a:solidFill>
              <a:srgbClr val="E2E8F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44768" y="2651760"/>
            <a:ext cx="2724912" cy="36576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2743200"/>
            <a:ext cx="2724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36208" y="3200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A16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Integration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236208" y="3502152"/>
            <a:ext cx="2542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8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bridges with NDMA, state disaster portals, and international agencies for cross-platform data sharing.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0" y="4773168"/>
            <a:ext cx="9144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  |   Questions?   |   🔗 dashboard-m-o-n-k-y-six.vercel.app   |   Guided by: Ms. Kiran Pachlasiya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225"/>
            <a:ext cx="1280160" cy="274320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91640" y="914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Damage Assessment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42062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 Dashboard — Flood/Fire Impact Analysis by City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137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26880"/>
            <a:ext cx="8595360" cy="4069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782312"/>
            <a:ext cx="54864" cy="361188"/>
          </a:xfrm>
          <a:prstGeom prst="rect">
            <a:avLst/>
          </a:prstGeom>
          <a:solidFill>
            <a:srgbClr val="E8560A"/>
          </a:solidFill>
          <a:ln w="12700">
            <a:solidFill>
              <a:srgbClr val="E8560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Affected Area  •  Damage Level: SEVERE  •  Estimated Loss: ₹12.4 Cr  •  847 Active Citizen Reports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91640" y="914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Monitor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42062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Disaster Tracking &amp; Zone Status Across Cities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137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4069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782312"/>
            <a:ext cx="54864" cy="36118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847K Total Affected  •  3 Active SOS Alerts  •  87% Rescue Success Rate  •  6 Cities Tracked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91640" y="914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42062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Rescue Units, Refugee Camps &amp; Availability Status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137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4069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782312"/>
            <a:ext cx="54864" cy="36118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Rescue Units  •  3 Refugee Camps (6,140 Occupants)  •  Multi-category Resource Availability Chart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91640" y="914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Safety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42062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Level Monitoring &amp; Safety Protocol Assessment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137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4069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782312"/>
            <a:ext cx="54864" cy="361188"/>
          </a:xfrm>
          <a:prstGeom prst="rect">
            <a:avLst/>
          </a:prstGeom>
          <a:solidFill>
            <a:srgbClr val="CA8A04"/>
          </a:solidFill>
          <a:ln w="12700">
            <a:solidFill>
              <a:srgbClr val="CA8A0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Safety Index: 6.2/10 (Moderate Risk)  •  5 Active Threat Types  •  Structural, Disease, Landslide Risks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4864"/>
            <a:ext cx="9144000" cy="56692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88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91640" y="91440"/>
            <a:ext cx="5943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 Communication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91640" y="420624"/>
            <a:ext cx="6858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Broadcasting &amp; Message Traffic Dashboard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8229600" y="1371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9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406908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0" y="4782312"/>
            <a:ext cx="9144000" cy="36118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0" y="4782312"/>
            <a:ext cx="54864" cy="36118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" y="4800600"/>
            <a:ext cx="8778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 Messages Sent Today  •  156 Active Alerts (12 Critical)  •  94% Response Rate  •  8.7K Engaged Citizens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1620</Words>
  <Application>Microsoft Office PowerPoint</Application>
  <PresentationFormat>On-screen Show (16:9)</PresentationFormat>
  <Paragraphs>345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Intelligent Data Visualization &amp; Management Dashboard for Disaster</dc:title>
  <dc:subject>PptxGenJS Presentation</dc:subject>
  <dc:creator>Shreyansh Pandey, Shubham Vyas, Ankit Kumar Yadav</dc:creator>
  <cp:lastModifiedBy>Shreyansh Pandey</cp:lastModifiedBy>
  <cp:revision>3</cp:revision>
  <dcterms:created xsi:type="dcterms:W3CDTF">2026-05-19T11:33:37Z</dcterms:created>
  <dcterms:modified xsi:type="dcterms:W3CDTF">2026-05-19T14:10:20Z</dcterms:modified>
</cp:coreProperties>
</file>